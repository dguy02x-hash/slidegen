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Arial"/>
              </a:defRPr>
            </a:pPr>
            <a:r>
              <a:t>Cloud Computing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Cloud computing has revolutionized IT infrastructure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Organizations report 32% cost savings on average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Enables global deployment across 25+ regions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1371600"/>
            <a:ext cx="2743200" cy="3657600"/>
          </a:xfrm>
          <a:prstGeom prst="rect">
            <a:avLst/>
          </a:prstGeom>
          <a:solidFill>
            <a:srgbClr val="4A90E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IMAGE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Key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99.99% uptime vs 95% traditional infrastructure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Elastic scaling based on demand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Reduced time-to-market by 60%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1371600"/>
            <a:ext cx="2743200" cy="3657600"/>
          </a:xfrm>
          <a:prstGeom prst="rect">
            <a:avLst/>
          </a:prstGeom>
          <a:solidFill>
            <a:srgbClr val="4A90E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IMAGE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