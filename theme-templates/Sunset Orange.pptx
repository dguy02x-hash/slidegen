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Tenor Sans" charset="1" panose="02000000000000000000"/>
      <p:regular r:id="rId10"/>
    </p:embeddedFont>
    <p:embeddedFont>
      <p:font typeface="Clear Sans" charset="1" panose="020B0503030202020304"/>
      <p:regular r:id="rId11"/>
    </p:embeddedFont>
    <p:embeddedFont>
      <p:font typeface="Clear Sans Medium" charset="1" panose="020B0603030202020304"/>
      <p:regular r:id="rId12"/>
    </p:embeddedFont>
    <p:embeddedFont>
      <p:font typeface="Clear Sans Bold" charset="1" panose="020B08030302020203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29113"/>
            <a:ext cx="9763125" cy="3838439"/>
            <a:chOff x="0" y="0"/>
            <a:chExt cx="13017500" cy="5117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372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0"/>
                </a:lnSpc>
              </a:pPr>
              <a:r>
                <a:rPr lang="en-US" sz="10500" spc="-210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Title </a:t>
              </a:r>
            </a:p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Here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421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PRESENTED BY [PRESENTER NAME]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A0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4494" y="1019175"/>
            <a:ext cx="12916223" cy="164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32"/>
              </a:lnSpc>
            </a:pPr>
            <a:r>
              <a:rPr lang="en-US" sz="10860" spc="-217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Topic Here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52606" y="3276594"/>
            <a:ext cx="9230369" cy="498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2"/>
              </a:lnSpc>
            </a:pPr>
            <a:r>
              <a:rPr lang="en-US" sz="4066" b="true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KEY POINT 1</a:t>
            </a:r>
          </a:p>
          <a:p>
            <a:pPr algn="l">
              <a:lnSpc>
                <a:spcPts val="5692"/>
              </a:lnSpc>
            </a:pPr>
          </a:p>
          <a:p>
            <a:pPr algn="l">
              <a:lnSpc>
                <a:spcPts val="5692"/>
              </a:lnSpc>
            </a:pPr>
          </a:p>
          <a:p>
            <a:pPr algn="l">
              <a:lnSpc>
                <a:spcPts val="5692"/>
              </a:lnSpc>
            </a:pPr>
            <a:r>
              <a:rPr lang="en-US" sz="4066" b="true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KEY POINT 2</a:t>
            </a:r>
          </a:p>
          <a:p>
            <a:pPr algn="l">
              <a:lnSpc>
                <a:spcPts val="5692"/>
              </a:lnSpc>
            </a:pPr>
          </a:p>
          <a:p>
            <a:pPr algn="l">
              <a:lnSpc>
                <a:spcPts val="5692"/>
              </a:lnSpc>
            </a:pPr>
          </a:p>
          <a:p>
            <a:pPr algn="l" marL="0" indent="0" lvl="0">
              <a:lnSpc>
                <a:spcPts val="5692"/>
              </a:lnSpc>
              <a:spcBef>
                <a:spcPct val="0"/>
              </a:spcBef>
            </a:pPr>
            <a:r>
              <a:rPr lang="en-US" b="true" sz="4066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KEY POINT 3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4248123"/>
            <a:ext cx="400765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KEY POINT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22218" y="4248123"/>
            <a:ext cx="400765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KEY POINT 2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66750" y="1562100"/>
            <a:ext cx="155162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Topic Here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750081" y="5143500"/>
            <a:ext cx="1785026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9118" y="5062538"/>
            <a:ext cx="161925" cy="161925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22218" y="5062538"/>
            <a:ext cx="161925" cy="161925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75318" y="5062538"/>
            <a:ext cx="161925" cy="161925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175318" y="4248123"/>
            <a:ext cx="400765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KEY POINT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A0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183034" y="-9910113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6"/>
                </a:lnTo>
                <a:lnTo>
                  <a:pt x="0" y="2505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01308" y="3116121"/>
            <a:ext cx="21378342" cy="404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1"/>
              </a:lnSpc>
            </a:pPr>
            <a:r>
              <a:rPr lang="en-US" sz="13359" spc="-267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Thank</a:t>
            </a:r>
          </a:p>
          <a:p>
            <a:pPr algn="l" marL="0" indent="0" lvl="0">
              <a:lnSpc>
                <a:spcPts val="16031"/>
              </a:lnSpc>
            </a:pPr>
            <a:r>
              <a:rPr lang="en-US" sz="13359" spc="-267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DAG4igpS3lI</dc:identifier>
  <dcterms:modified xsi:type="dcterms:W3CDTF">2011-08-01T06:04:30Z</dcterms:modified>
  <cp:revision>1</cp:revision>
  <dc:title>Non Text Magic Studio Magic Design for Presentations L&amp;P</dc:title>
</cp:coreProperties>
</file>