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ntique Olive Bold" charset="1" panose="020B0703020204030204"/>
      <p:regular r:id="rId10"/>
    </p:embeddedFont>
    <p:embeddedFont>
      <p:font typeface="Farro Bold" charset="1" panose="00000800000000000000"/>
      <p:regular r:id="rId11"/>
    </p:embeddedFont>
    <p:embeddedFont>
      <p:font typeface="Antique Olive" charset="1" panose="020B060302020403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8953500"/>
            <a:chOff x="0" y="0"/>
            <a:chExt cx="461340" cy="599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40" cy="599805"/>
            </a:xfrm>
            <a:custGeom>
              <a:avLst/>
              <a:gdLst/>
              <a:ahLst/>
              <a:cxnLst/>
              <a:rect r="r" b="b" t="t" l="l"/>
              <a:pathLst>
                <a:path h="599805" w="461340">
                  <a:moveTo>
                    <a:pt x="56210" y="0"/>
                  </a:moveTo>
                  <a:lnTo>
                    <a:pt x="405129" y="0"/>
                  </a:lnTo>
                  <a:cubicBezTo>
                    <a:pt x="436173" y="0"/>
                    <a:pt x="461340" y="25166"/>
                    <a:pt x="461340" y="56210"/>
                  </a:cubicBezTo>
                  <a:lnTo>
                    <a:pt x="461340" y="543595"/>
                  </a:lnTo>
                  <a:cubicBezTo>
                    <a:pt x="461340" y="574639"/>
                    <a:pt x="436173" y="599805"/>
                    <a:pt x="405129" y="599805"/>
                  </a:cubicBezTo>
                  <a:lnTo>
                    <a:pt x="56210" y="599805"/>
                  </a:lnTo>
                  <a:cubicBezTo>
                    <a:pt x="25166" y="599805"/>
                    <a:pt x="0" y="574639"/>
                    <a:pt x="0" y="543595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296400" y="8545830"/>
            <a:ext cx="544830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D8C2E0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PRESENTED BY [NAME HERE]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857250"/>
            <a:ext cx="8324850" cy="28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1000" spc="-220" b="true">
                <a:solidFill>
                  <a:srgbClr val="D8C2E0"/>
                </a:solidFill>
                <a:latin typeface="Farro Bold"/>
                <a:ea typeface="Farro Bold"/>
                <a:cs typeface="Farro Bold"/>
                <a:sym typeface="Farro Bold"/>
              </a:rPr>
              <a:t>Title</a:t>
            </a:r>
          </a:p>
          <a:p>
            <a:pPr algn="l" marL="0" indent="0" lvl="0">
              <a:lnSpc>
                <a:spcPts val="11000"/>
              </a:lnSpc>
            </a:pPr>
            <a:r>
              <a:rPr lang="en-US" b="true" sz="11000" spc="-220">
                <a:solidFill>
                  <a:srgbClr val="D8C2E0"/>
                </a:solidFill>
                <a:latin typeface="Farro Bold"/>
                <a:ea typeface="Farro Bold"/>
                <a:cs typeface="Farro Bold"/>
                <a:sym typeface="Farro Bold"/>
              </a:rPr>
              <a:t>Here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49500" y="6385657"/>
            <a:ext cx="2571750" cy="3234593"/>
            <a:chOff x="0" y="0"/>
            <a:chExt cx="3429000" cy="4312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64620" y="666750"/>
            <a:ext cx="6886575" cy="8953500"/>
            <a:chOff x="0" y="0"/>
            <a:chExt cx="683369" cy="888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3369" cy="888474"/>
            </a:xfrm>
            <a:custGeom>
              <a:avLst/>
              <a:gdLst/>
              <a:ahLst/>
              <a:cxnLst/>
              <a:rect r="r" b="b" t="t" l="l"/>
              <a:pathLst>
                <a:path h="888474" w="683369">
                  <a:moveTo>
                    <a:pt x="56210" y="0"/>
                  </a:moveTo>
                  <a:lnTo>
                    <a:pt x="627158" y="0"/>
                  </a:lnTo>
                  <a:cubicBezTo>
                    <a:pt x="658202" y="0"/>
                    <a:pt x="683369" y="25166"/>
                    <a:pt x="683369" y="56210"/>
                  </a:cubicBezTo>
                  <a:lnTo>
                    <a:pt x="683369" y="832263"/>
                  </a:lnTo>
                  <a:cubicBezTo>
                    <a:pt x="683369" y="863307"/>
                    <a:pt x="658202" y="888474"/>
                    <a:pt x="627158" y="888474"/>
                  </a:cubicBezTo>
                  <a:lnTo>
                    <a:pt x="56210" y="888474"/>
                  </a:lnTo>
                  <a:cubicBezTo>
                    <a:pt x="25166" y="888474"/>
                    <a:pt x="0" y="863307"/>
                    <a:pt x="0" y="832263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915606"/>
            <a:ext cx="9535920" cy="4408564"/>
            <a:chOff x="0" y="0"/>
            <a:chExt cx="12714560" cy="587808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041537"/>
              <a:ext cx="12714560" cy="2836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71926" indent="-435963" lvl="1">
                <a:lnSpc>
                  <a:spcPts val="5653"/>
                </a:lnSpc>
                <a:buFont typeface="Arial"/>
                <a:buChar char="•"/>
              </a:pPr>
              <a:r>
                <a:rPr lang="en-US" sz="4038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Key Point 1</a:t>
              </a:r>
            </a:p>
            <a:p>
              <a:pPr algn="l" marL="871926" indent="-435963" lvl="1">
                <a:lnSpc>
                  <a:spcPts val="5653"/>
                </a:lnSpc>
                <a:buFont typeface="Arial"/>
                <a:buChar char="•"/>
              </a:pPr>
              <a:r>
                <a:rPr lang="en-US" sz="4038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Key Point 2</a:t>
              </a:r>
            </a:p>
            <a:p>
              <a:pPr algn="l" marL="871926" indent="-435963" lvl="1">
                <a:lnSpc>
                  <a:spcPts val="5653"/>
                </a:lnSpc>
                <a:buFont typeface="Arial"/>
                <a:buChar char="•"/>
              </a:pPr>
              <a:r>
                <a:rPr lang="en-US" sz="4038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Key Point 3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125"/>
              <a:ext cx="12714560" cy="24830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461"/>
                </a:lnSpc>
                <a:spcBef>
                  <a:spcPct val="0"/>
                </a:spcBef>
              </a:pPr>
              <a:r>
                <a:rPr lang="en-US" b="true" sz="13461" spc="-269">
                  <a:solidFill>
                    <a:srgbClr val="D8C2E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Topic</a:t>
              </a:r>
              <a:r>
                <a:rPr lang="en-US" b="true" sz="13461" spc="-269">
                  <a:solidFill>
                    <a:srgbClr val="D8C2E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 Here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4029075"/>
            <a:chOff x="0" y="0"/>
            <a:chExt cx="1948665" cy="1441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8665" cy="1441058"/>
            </a:xfrm>
            <a:custGeom>
              <a:avLst/>
              <a:gdLst/>
              <a:ahLst/>
              <a:cxnLst/>
              <a:rect r="r" b="b" t="t" l="l"/>
              <a:pathLst>
                <a:path h="1441058" w="1948665">
                  <a:moveTo>
                    <a:pt x="71049" y="0"/>
                  </a:moveTo>
                  <a:lnTo>
                    <a:pt x="1877616" y="0"/>
                  </a:lnTo>
                  <a:cubicBezTo>
                    <a:pt x="1896459" y="0"/>
                    <a:pt x="1914531" y="7485"/>
                    <a:pt x="1927855" y="20810"/>
                  </a:cubicBezTo>
                  <a:cubicBezTo>
                    <a:pt x="1941180" y="34134"/>
                    <a:pt x="1948665" y="52206"/>
                    <a:pt x="1948665" y="71049"/>
                  </a:cubicBezTo>
                  <a:lnTo>
                    <a:pt x="1948665" y="1370009"/>
                  </a:lnTo>
                  <a:cubicBezTo>
                    <a:pt x="1948665" y="1388853"/>
                    <a:pt x="1941180" y="1406924"/>
                    <a:pt x="1927855" y="1420248"/>
                  </a:cubicBezTo>
                  <a:cubicBezTo>
                    <a:pt x="1914531" y="1433573"/>
                    <a:pt x="1896459" y="1441058"/>
                    <a:pt x="1877616" y="1441058"/>
                  </a:cubicBezTo>
                  <a:lnTo>
                    <a:pt x="71049" y="1441058"/>
                  </a:lnTo>
                  <a:cubicBezTo>
                    <a:pt x="52206" y="1441058"/>
                    <a:pt x="34134" y="1433573"/>
                    <a:pt x="20810" y="1420248"/>
                  </a:cubicBezTo>
                  <a:cubicBezTo>
                    <a:pt x="7485" y="1406924"/>
                    <a:pt x="0" y="1388853"/>
                    <a:pt x="0" y="1370009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221" t="0" r="-22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3352800"/>
            <a:ext cx="5448300" cy="4029075"/>
            <a:chOff x="0" y="0"/>
            <a:chExt cx="1948665" cy="14410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8665" cy="1441058"/>
            </a:xfrm>
            <a:custGeom>
              <a:avLst/>
              <a:gdLst/>
              <a:ahLst/>
              <a:cxnLst/>
              <a:rect r="r" b="b" t="t" l="l"/>
              <a:pathLst>
                <a:path h="1441058" w="1948665">
                  <a:moveTo>
                    <a:pt x="71049" y="0"/>
                  </a:moveTo>
                  <a:lnTo>
                    <a:pt x="1877616" y="0"/>
                  </a:lnTo>
                  <a:cubicBezTo>
                    <a:pt x="1896459" y="0"/>
                    <a:pt x="1914531" y="7485"/>
                    <a:pt x="1927855" y="20810"/>
                  </a:cubicBezTo>
                  <a:cubicBezTo>
                    <a:pt x="1941180" y="34134"/>
                    <a:pt x="1948665" y="52206"/>
                    <a:pt x="1948665" y="71049"/>
                  </a:cubicBezTo>
                  <a:lnTo>
                    <a:pt x="1948665" y="1370009"/>
                  </a:lnTo>
                  <a:cubicBezTo>
                    <a:pt x="1948665" y="1388853"/>
                    <a:pt x="1941180" y="1406924"/>
                    <a:pt x="1927855" y="1420248"/>
                  </a:cubicBezTo>
                  <a:cubicBezTo>
                    <a:pt x="1914531" y="1433573"/>
                    <a:pt x="1896459" y="1441058"/>
                    <a:pt x="1877616" y="1441058"/>
                  </a:cubicBezTo>
                  <a:lnTo>
                    <a:pt x="71049" y="1441058"/>
                  </a:lnTo>
                  <a:cubicBezTo>
                    <a:pt x="52206" y="1441058"/>
                    <a:pt x="34134" y="1433573"/>
                    <a:pt x="20810" y="1420248"/>
                  </a:cubicBezTo>
                  <a:cubicBezTo>
                    <a:pt x="7485" y="1406924"/>
                    <a:pt x="0" y="1388853"/>
                    <a:pt x="0" y="1370009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221" t="0" r="-22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3352800"/>
            <a:ext cx="5448300" cy="4029075"/>
            <a:chOff x="0" y="0"/>
            <a:chExt cx="1948665" cy="1441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8665" cy="1441058"/>
            </a:xfrm>
            <a:custGeom>
              <a:avLst/>
              <a:gdLst/>
              <a:ahLst/>
              <a:cxnLst/>
              <a:rect r="r" b="b" t="t" l="l"/>
              <a:pathLst>
                <a:path h="1441058" w="1948665">
                  <a:moveTo>
                    <a:pt x="71049" y="0"/>
                  </a:moveTo>
                  <a:lnTo>
                    <a:pt x="1877616" y="0"/>
                  </a:lnTo>
                  <a:cubicBezTo>
                    <a:pt x="1896459" y="0"/>
                    <a:pt x="1914531" y="7485"/>
                    <a:pt x="1927855" y="20810"/>
                  </a:cubicBezTo>
                  <a:cubicBezTo>
                    <a:pt x="1941180" y="34134"/>
                    <a:pt x="1948665" y="52206"/>
                    <a:pt x="1948665" y="71049"/>
                  </a:cubicBezTo>
                  <a:lnTo>
                    <a:pt x="1948665" y="1370009"/>
                  </a:lnTo>
                  <a:cubicBezTo>
                    <a:pt x="1948665" y="1388853"/>
                    <a:pt x="1941180" y="1406924"/>
                    <a:pt x="1927855" y="1420248"/>
                  </a:cubicBezTo>
                  <a:cubicBezTo>
                    <a:pt x="1914531" y="1433573"/>
                    <a:pt x="1896459" y="1441058"/>
                    <a:pt x="1877616" y="1441058"/>
                  </a:cubicBezTo>
                  <a:lnTo>
                    <a:pt x="71049" y="1441058"/>
                  </a:lnTo>
                  <a:cubicBezTo>
                    <a:pt x="52206" y="1441058"/>
                    <a:pt x="34134" y="1433573"/>
                    <a:pt x="20810" y="1420248"/>
                  </a:cubicBezTo>
                  <a:cubicBezTo>
                    <a:pt x="7485" y="1406924"/>
                    <a:pt x="0" y="1388853"/>
                    <a:pt x="0" y="1370009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221" t="0" r="-22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7829550"/>
            <a:ext cx="5448300" cy="975002"/>
            <a:chOff x="0" y="0"/>
            <a:chExt cx="7264400" cy="13000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23825"/>
              <a:ext cx="72644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D8C2E0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KEY POINT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27233"/>
              <a:ext cx="7264400" cy="572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...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7829550"/>
            <a:ext cx="5448300" cy="975002"/>
            <a:chOff x="0" y="0"/>
            <a:chExt cx="7264400" cy="130000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23825"/>
              <a:ext cx="72644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D8C2E0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KEY POINT 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27233"/>
              <a:ext cx="7264400" cy="572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...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7829550"/>
            <a:ext cx="5448300" cy="975002"/>
            <a:chOff x="0" y="0"/>
            <a:chExt cx="7264400" cy="130000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23825"/>
              <a:ext cx="72644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D8C2E0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KEY POINT 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27233"/>
              <a:ext cx="7264400" cy="572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D8C2E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...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D8C2E0"/>
                </a:solidFill>
                <a:latin typeface="Farro Bold"/>
                <a:ea typeface="Farro Bold"/>
                <a:cs typeface="Farro Bold"/>
                <a:sym typeface="Farro Bold"/>
              </a:rPr>
              <a:t>Topic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15129" y="4092013"/>
            <a:ext cx="11457742" cy="245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20"/>
              </a:lnSpc>
              <a:spcBef>
                <a:spcPct val="0"/>
              </a:spcBef>
            </a:pPr>
            <a:r>
              <a:rPr lang="en-US" b="true" sz="18520" spc="-370">
                <a:solidFill>
                  <a:srgbClr val="D8C2E0"/>
                </a:solidFill>
                <a:latin typeface="Farro Bold"/>
                <a:ea typeface="Farro Bold"/>
                <a:cs typeface="Farro Bold"/>
                <a:sym typeface="Farro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7051464" y="2905125"/>
            <a:ext cx="3559361" cy="4476750"/>
            <a:chOff x="0" y="0"/>
            <a:chExt cx="4745814" cy="596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6040" cy="4526040"/>
            </a:xfrm>
            <a:custGeom>
              <a:avLst/>
              <a:gdLst/>
              <a:ahLst/>
              <a:cxnLst/>
              <a:rect r="r" b="b" t="t" l="l"/>
              <a:pathLst>
                <a:path h="4526040" w="4526040">
                  <a:moveTo>
                    <a:pt x="0" y="0"/>
                  </a:moveTo>
                  <a:lnTo>
                    <a:pt x="4526040" y="0"/>
                  </a:lnTo>
                  <a:lnTo>
                    <a:pt x="4526040" y="4526040"/>
                  </a:lnTo>
                  <a:lnTo>
                    <a:pt x="0" y="452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549230" y="2828356"/>
              <a:ext cx="3196584" cy="3140644"/>
            </a:xfrm>
            <a:custGeom>
              <a:avLst/>
              <a:gdLst/>
              <a:ahLst/>
              <a:cxnLst/>
              <a:rect r="r" b="b" t="t" l="l"/>
              <a:pathLst>
                <a:path h="3140644" w="3196584">
                  <a:moveTo>
                    <a:pt x="0" y="0"/>
                  </a:moveTo>
                  <a:lnTo>
                    <a:pt x="3196584" y="0"/>
                  </a:lnTo>
                  <a:lnTo>
                    <a:pt x="3196584" y="3140644"/>
                  </a:lnTo>
                  <a:lnTo>
                    <a:pt x="0" y="3140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