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Tenor Sans" charset="1" panose="02000000000000000000"/>
      <p:regular r:id="rId10"/>
    </p:embeddedFont>
    <p:embeddedFont>
      <p:font typeface="Clear Sans" charset="1" panose="020B0503030202020304"/>
      <p:regular r:id="rId11"/>
    </p:embeddedFont>
    <p:embeddedFont>
      <p:font typeface="Clear Sans Bold" charset="1" panose="020B08030302020203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562613"/>
            <a:ext cx="9763125" cy="2504939"/>
            <a:chOff x="0" y="0"/>
            <a:chExt cx="13017500" cy="3339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194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CC000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Title Here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643644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CC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PRESENTED BY [NAME HERE]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562100"/>
            <a:ext cx="6886575" cy="1118262"/>
            <a:chOff x="0" y="0"/>
            <a:chExt cx="9182100" cy="1491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99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KEY POINT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019211"/>
              <a:ext cx="91821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C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....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6938037"/>
            <a:ext cx="6886575" cy="1118262"/>
            <a:chOff x="0" y="0"/>
            <a:chExt cx="9182100" cy="149101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99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KEY POINT 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19211"/>
              <a:ext cx="91821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C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.....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1562100"/>
            <a:ext cx="7191375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spc="-139">
                <a:solidFill>
                  <a:srgbClr val="CC0000"/>
                </a:solidFill>
                <a:latin typeface="Tenor Sans"/>
                <a:ea typeface="Tenor Sans"/>
                <a:cs typeface="Tenor Sans"/>
                <a:sym typeface="Tenor Sans"/>
              </a:rPr>
              <a:t>Topic</a:t>
            </a:r>
          </a:p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CC0000"/>
                </a:solidFill>
                <a:latin typeface="Tenor Sans"/>
                <a:ea typeface="Tenor Sans"/>
                <a:cs typeface="Tenor Sans"/>
                <a:sym typeface="Tenor Sans"/>
              </a:rPr>
              <a:t>Here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0" y="4250069"/>
            <a:ext cx="6886575" cy="1118262"/>
            <a:chOff x="0" y="0"/>
            <a:chExt cx="9182100" cy="14910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99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KEY POINT 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19211"/>
              <a:ext cx="91821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C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....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342360"/>
            <a:chOff x="0" y="0"/>
            <a:chExt cx="13017500" cy="578981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911869"/>
              <a:ext cx="13017500" cy="387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99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KEY POINT 1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99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KEY POINT 2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99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KEY POINT 3</a:t>
              </a:r>
            </a:p>
            <a:p>
              <a:pPr algn="l">
                <a:lnSpc>
                  <a:spcPts val="3359"/>
                </a:lnSpc>
              </a:pP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99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KEY POINT 4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0"/>
              <a:ext cx="13017500" cy="1407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CC0000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Topic Here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732916" y="-3778696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6"/>
                </a:lnTo>
                <a:lnTo>
                  <a:pt x="0" y="2505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63819" y="3935379"/>
            <a:ext cx="15360363" cy="146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518"/>
              </a:lnSpc>
            </a:pPr>
            <a:r>
              <a:rPr lang="en-US" sz="9599" spc="-191">
                <a:solidFill>
                  <a:srgbClr val="CC0000"/>
                </a:solidFill>
                <a:latin typeface="Tenor Sans"/>
                <a:ea typeface="Tenor Sans"/>
                <a:cs typeface="Tenor Sans"/>
                <a:sym typeface="Tenor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DAG4igpS3lI</dc:identifier>
  <dcterms:modified xsi:type="dcterms:W3CDTF">2011-08-01T06:04:30Z</dcterms:modified>
  <cp:revision>1</cp:revision>
  <dc:title>Non Text Magic Studio Magic Design for Presentations L&amp;P</dc:title>
</cp:coreProperties>
</file>