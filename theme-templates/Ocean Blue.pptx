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ITC Motter Corpus Semicondensed" charset="1" panose="04020A05040802020202"/>
      <p:regular r:id="rId9"/>
    </p:embeddedFont>
    <p:embeddedFont>
      <p:font typeface="Rubik" charset="1" panose="00000000000000000000"/>
      <p:regular r:id="rId10"/>
    </p:embeddedFont>
    <p:embeddedFont>
      <p:font typeface="Rubik Bold" charset="1" panose="000008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7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6587588"/>
            <a:chOff x="0" y="0"/>
            <a:chExt cx="2192553" cy="1735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735003"/>
            </a:xfrm>
            <a:custGeom>
              <a:avLst/>
              <a:gdLst/>
              <a:ahLst/>
              <a:cxnLst/>
              <a:rect r="r" b="b" t="t" l="l"/>
              <a:pathLst>
                <a:path h="1735003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97804"/>
                  </a:lnTo>
                  <a:cubicBezTo>
                    <a:pt x="2192553" y="1707669"/>
                    <a:pt x="2188634" y="1717131"/>
                    <a:pt x="2181658" y="1724107"/>
                  </a:cubicBezTo>
                  <a:cubicBezTo>
                    <a:pt x="2174682" y="1731083"/>
                    <a:pt x="2165220" y="1735003"/>
                    <a:pt x="2155354" y="1735003"/>
                  </a:cubicBezTo>
                  <a:lnTo>
                    <a:pt x="37199" y="1735003"/>
                  </a:lnTo>
                  <a:cubicBezTo>
                    <a:pt x="27333" y="1735003"/>
                    <a:pt x="17872" y="1731083"/>
                    <a:pt x="10895" y="1724107"/>
                  </a:cubicBezTo>
                  <a:cubicBezTo>
                    <a:pt x="3919" y="1717131"/>
                    <a:pt x="0" y="1707669"/>
                    <a:pt x="0" y="1697804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0044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92553" cy="1792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7559138"/>
            <a:ext cx="5448300" cy="2061112"/>
            <a:chOff x="0" y="0"/>
            <a:chExt cx="1434943" cy="5428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542844"/>
            </a:xfrm>
            <a:custGeom>
              <a:avLst/>
              <a:gdLst/>
              <a:ahLst/>
              <a:cxnLst/>
              <a:rect r="r" b="b" t="t" l="l"/>
              <a:pathLst>
                <a:path h="54284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486005"/>
                  </a:lnTo>
                  <a:cubicBezTo>
                    <a:pt x="1434943" y="517397"/>
                    <a:pt x="1409495" y="542844"/>
                    <a:pt x="1378104" y="542844"/>
                  </a:cubicBezTo>
                  <a:lnTo>
                    <a:pt x="56839" y="542844"/>
                  </a:lnTo>
                  <a:cubicBezTo>
                    <a:pt x="25448" y="542844"/>
                    <a:pt x="0" y="517397"/>
                    <a:pt x="0" y="48600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044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434943" cy="599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66750"/>
            <a:ext cx="8324850" cy="8953500"/>
            <a:chOff x="0" y="0"/>
            <a:chExt cx="1066627" cy="11471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6627" cy="1147174"/>
            </a:xfrm>
            <a:custGeom>
              <a:avLst/>
              <a:gdLst/>
              <a:ahLst/>
              <a:cxnLst/>
              <a:rect r="r" b="b" t="t" l="l"/>
              <a:pathLst>
                <a:path h="1147174" w="1066627">
                  <a:moveTo>
                    <a:pt x="65098" y="0"/>
                  </a:moveTo>
                  <a:lnTo>
                    <a:pt x="1001529" y="0"/>
                  </a:lnTo>
                  <a:cubicBezTo>
                    <a:pt x="1018794" y="0"/>
                    <a:pt x="1035352" y="6859"/>
                    <a:pt x="1047561" y="19067"/>
                  </a:cubicBezTo>
                  <a:cubicBezTo>
                    <a:pt x="1059769" y="31275"/>
                    <a:pt x="1066627" y="47833"/>
                    <a:pt x="1066627" y="65098"/>
                  </a:cubicBezTo>
                  <a:lnTo>
                    <a:pt x="1066627" y="1082075"/>
                  </a:lnTo>
                  <a:cubicBezTo>
                    <a:pt x="1066627" y="1099340"/>
                    <a:pt x="1059769" y="1115898"/>
                    <a:pt x="1047561" y="1128107"/>
                  </a:cubicBezTo>
                  <a:cubicBezTo>
                    <a:pt x="1035352" y="1140315"/>
                    <a:pt x="1018794" y="1147174"/>
                    <a:pt x="1001529" y="1147174"/>
                  </a:cubicBezTo>
                  <a:lnTo>
                    <a:pt x="65098" y="1147174"/>
                  </a:lnTo>
                  <a:cubicBezTo>
                    <a:pt x="47833" y="1147174"/>
                    <a:pt x="31275" y="1140315"/>
                    <a:pt x="19067" y="1128107"/>
                  </a:cubicBezTo>
                  <a:cubicBezTo>
                    <a:pt x="6859" y="1115898"/>
                    <a:pt x="0" y="1099340"/>
                    <a:pt x="0" y="1082075"/>
                  </a:cubicBezTo>
                  <a:lnTo>
                    <a:pt x="0" y="65098"/>
                  </a:lnTo>
                  <a:cubicBezTo>
                    <a:pt x="0" y="47833"/>
                    <a:pt x="6859" y="31275"/>
                    <a:pt x="19067" y="19067"/>
                  </a:cubicBezTo>
                  <a:cubicBezTo>
                    <a:pt x="31275" y="6859"/>
                    <a:pt x="47833" y="0"/>
                    <a:pt x="6509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19850" y="7559138"/>
            <a:ext cx="2571750" cy="2061112"/>
            <a:chOff x="0" y="0"/>
            <a:chExt cx="677333" cy="5428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7333" cy="542844"/>
            </a:xfrm>
            <a:custGeom>
              <a:avLst/>
              <a:gdLst/>
              <a:ahLst/>
              <a:cxnLst/>
              <a:rect r="r" b="b" t="t" l="l"/>
              <a:pathLst>
                <a:path h="542844" w="677333">
                  <a:moveTo>
                    <a:pt x="120415" y="0"/>
                  </a:moveTo>
                  <a:lnTo>
                    <a:pt x="556919" y="0"/>
                  </a:lnTo>
                  <a:cubicBezTo>
                    <a:pt x="623422" y="0"/>
                    <a:pt x="677333" y="53912"/>
                    <a:pt x="677333" y="120415"/>
                  </a:cubicBezTo>
                  <a:lnTo>
                    <a:pt x="677333" y="422429"/>
                  </a:lnTo>
                  <a:cubicBezTo>
                    <a:pt x="677333" y="488933"/>
                    <a:pt x="623422" y="542844"/>
                    <a:pt x="556919" y="542844"/>
                  </a:cubicBezTo>
                  <a:lnTo>
                    <a:pt x="120415" y="542844"/>
                  </a:lnTo>
                  <a:cubicBezTo>
                    <a:pt x="88479" y="542844"/>
                    <a:pt x="57851" y="530158"/>
                    <a:pt x="35269" y="507576"/>
                  </a:cubicBezTo>
                  <a:cubicBezTo>
                    <a:pt x="12687" y="484993"/>
                    <a:pt x="0" y="454365"/>
                    <a:pt x="0" y="422429"/>
                  </a:cubicBezTo>
                  <a:lnTo>
                    <a:pt x="0" y="120415"/>
                  </a:lnTo>
                  <a:cubicBezTo>
                    <a:pt x="0" y="88479"/>
                    <a:pt x="12687" y="57851"/>
                    <a:pt x="35269" y="35269"/>
                  </a:cubicBezTo>
                  <a:cubicBezTo>
                    <a:pt x="57851" y="12687"/>
                    <a:pt x="88479" y="0"/>
                    <a:pt x="120415" y="0"/>
                  </a:cubicBezTo>
                  <a:close/>
                </a:path>
              </a:pathLst>
            </a:custGeom>
            <a:solidFill>
              <a:srgbClr val="8CD6F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77333" cy="599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45747" y="1187741"/>
            <a:ext cx="6916790" cy="241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FFFFF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Title</a:t>
            </a:r>
          </a:p>
          <a:p>
            <a:pPr algn="l" marL="0" indent="0" lvl="0">
              <a:lnSpc>
                <a:spcPts val="8800"/>
              </a:lnSpc>
            </a:pPr>
            <a:r>
              <a:rPr lang="en-US" sz="8000">
                <a:solidFill>
                  <a:srgbClr val="FFFFF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Here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5747" y="8143924"/>
            <a:ext cx="435375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Presented by [presenter's name here]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77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00A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004466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05025" y="913375"/>
            <a:ext cx="12639675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79"/>
              </a:lnSpc>
              <a:spcBef>
                <a:spcPct val="0"/>
              </a:spcBef>
            </a:pPr>
            <a:r>
              <a:rPr lang="en-US" sz="14399">
                <a:solidFill>
                  <a:srgbClr val="FFFFF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Topic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05025" y="3615740"/>
            <a:ext cx="10646716" cy="430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71971" indent="-885985" lvl="1">
              <a:lnSpc>
                <a:spcPts val="11490"/>
              </a:lnSpc>
              <a:buFont typeface="Arial"/>
              <a:buChar char="•"/>
            </a:pPr>
            <a:r>
              <a:rPr lang="en-US" b="true" sz="8207">
                <a:solidFill>
                  <a:srgbClr val="D0EAFF"/>
                </a:solidFill>
                <a:latin typeface="Rubik Bold"/>
                <a:ea typeface="Rubik Bold"/>
                <a:cs typeface="Rubik Bold"/>
                <a:sym typeface="Rubik Bold"/>
              </a:rPr>
              <a:t>KEY POINT 1</a:t>
            </a:r>
          </a:p>
          <a:p>
            <a:pPr algn="l" marL="1771971" indent="-885985" lvl="1">
              <a:lnSpc>
                <a:spcPts val="11490"/>
              </a:lnSpc>
              <a:buFont typeface="Arial"/>
              <a:buChar char="•"/>
            </a:pPr>
            <a:r>
              <a:rPr lang="en-US" b="true" sz="8207">
                <a:solidFill>
                  <a:srgbClr val="D0EAFF"/>
                </a:solidFill>
                <a:latin typeface="Rubik Bold"/>
                <a:ea typeface="Rubik Bold"/>
                <a:cs typeface="Rubik Bold"/>
                <a:sym typeface="Rubik Bold"/>
              </a:rPr>
              <a:t>KEY POINT 2</a:t>
            </a:r>
          </a:p>
          <a:p>
            <a:pPr algn="l" marL="1771971" indent="-885985" lvl="1">
              <a:lnSpc>
                <a:spcPts val="11490"/>
              </a:lnSpc>
              <a:buFont typeface="Arial"/>
              <a:buChar char="•"/>
            </a:pPr>
            <a:r>
              <a:rPr lang="en-US" b="true" sz="8207">
                <a:solidFill>
                  <a:srgbClr val="D0EAFF"/>
                </a:solidFill>
                <a:latin typeface="Rubik Bold"/>
                <a:ea typeface="Rubik Bold"/>
                <a:cs typeface="Rubik Bold"/>
                <a:sym typeface="Rubik Bold"/>
              </a:rPr>
              <a:t>KEY POINT 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7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136496"/>
            <a:ext cx="1407795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6600">
                <a:solidFill>
                  <a:srgbClr val="FFFFF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TOPIC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3352800"/>
            <a:ext cx="5448300" cy="3515837"/>
            <a:chOff x="0" y="0"/>
            <a:chExt cx="1862768" cy="12020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2768" cy="1202061"/>
            </a:xfrm>
            <a:custGeom>
              <a:avLst/>
              <a:gdLst/>
              <a:ahLst/>
              <a:cxnLst/>
              <a:rect r="r" b="b" t="t" l="l"/>
              <a:pathLst>
                <a:path h="1202061" w="1862768">
                  <a:moveTo>
                    <a:pt x="71049" y="0"/>
                  </a:moveTo>
                  <a:lnTo>
                    <a:pt x="1791720" y="0"/>
                  </a:lnTo>
                  <a:cubicBezTo>
                    <a:pt x="1810563" y="0"/>
                    <a:pt x="1828635" y="7485"/>
                    <a:pt x="1841959" y="20810"/>
                  </a:cubicBezTo>
                  <a:cubicBezTo>
                    <a:pt x="1855283" y="34134"/>
                    <a:pt x="1862768" y="52206"/>
                    <a:pt x="1862768" y="71049"/>
                  </a:cubicBezTo>
                  <a:lnTo>
                    <a:pt x="1862768" y="1131012"/>
                  </a:lnTo>
                  <a:cubicBezTo>
                    <a:pt x="1862768" y="1149855"/>
                    <a:pt x="1855283" y="1167927"/>
                    <a:pt x="1841959" y="1181251"/>
                  </a:cubicBezTo>
                  <a:cubicBezTo>
                    <a:pt x="1828635" y="1194576"/>
                    <a:pt x="1810563" y="1202061"/>
                    <a:pt x="1791720" y="1202061"/>
                  </a:cubicBezTo>
                  <a:lnTo>
                    <a:pt x="71049" y="1202061"/>
                  </a:lnTo>
                  <a:cubicBezTo>
                    <a:pt x="52206" y="1202061"/>
                    <a:pt x="34134" y="1194576"/>
                    <a:pt x="20810" y="1181251"/>
                  </a:cubicBezTo>
                  <a:cubicBezTo>
                    <a:pt x="7485" y="1167927"/>
                    <a:pt x="0" y="1149855"/>
                    <a:pt x="0" y="1131012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2"/>
              <a:stretch>
                <a:fillRect l="-414" t="0" r="-414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19850" y="3352800"/>
            <a:ext cx="5448300" cy="3515837"/>
            <a:chOff x="0" y="0"/>
            <a:chExt cx="1862768" cy="12020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62768" cy="1202061"/>
            </a:xfrm>
            <a:custGeom>
              <a:avLst/>
              <a:gdLst/>
              <a:ahLst/>
              <a:cxnLst/>
              <a:rect r="r" b="b" t="t" l="l"/>
              <a:pathLst>
                <a:path h="1202061" w="1862768">
                  <a:moveTo>
                    <a:pt x="71049" y="0"/>
                  </a:moveTo>
                  <a:lnTo>
                    <a:pt x="1791720" y="0"/>
                  </a:lnTo>
                  <a:cubicBezTo>
                    <a:pt x="1810563" y="0"/>
                    <a:pt x="1828635" y="7485"/>
                    <a:pt x="1841959" y="20810"/>
                  </a:cubicBezTo>
                  <a:cubicBezTo>
                    <a:pt x="1855283" y="34134"/>
                    <a:pt x="1862768" y="52206"/>
                    <a:pt x="1862768" y="71049"/>
                  </a:cubicBezTo>
                  <a:lnTo>
                    <a:pt x="1862768" y="1131012"/>
                  </a:lnTo>
                  <a:cubicBezTo>
                    <a:pt x="1862768" y="1149855"/>
                    <a:pt x="1855283" y="1167927"/>
                    <a:pt x="1841959" y="1181251"/>
                  </a:cubicBezTo>
                  <a:cubicBezTo>
                    <a:pt x="1828635" y="1194576"/>
                    <a:pt x="1810563" y="1202061"/>
                    <a:pt x="1791720" y="1202061"/>
                  </a:cubicBezTo>
                  <a:lnTo>
                    <a:pt x="71049" y="1202061"/>
                  </a:lnTo>
                  <a:cubicBezTo>
                    <a:pt x="52206" y="1202061"/>
                    <a:pt x="34134" y="1194576"/>
                    <a:pt x="20810" y="1181251"/>
                  </a:cubicBezTo>
                  <a:cubicBezTo>
                    <a:pt x="7485" y="1167927"/>
                    <a:pt x="0" y="1149855"/>
                    <a:pt x="0" y="1131012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3"/>
              <a:stretch>
                <a:fillRect l="-414" t="0" r="-41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72950" y="3352800"/>
            <a:ext cx="5448300" cy="3515837"/>
            <a:chOff x="0" y="0"/>
            <a:chExt cx="1862768" cy="12020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62768" cy="1202061"/>
            </a:xfrm>
            <a:custGeom>
              <a:avLst/>
              <a:gdLst/>
              <a:ahLst/>
              <a:cxnLst/>
              <a:rect r="r" b="b" t="t" l="l"/>
              <a:pathLst>
                <a:path h="1202061" w="1862768">
                  <a:moveTo>
                    <a:pt x="71049" y="0"/>
                  </a:moveTo>
                  <a:lnTo>
                    <a:pt x="1791720" y="0"/>
                  </a:lnTo>
                  <a:cubicBezTo>
                    <a:pt x="1810563" y="0"/>
                    <a:pt x="1828635" y="7485"/>
                    <a:pt x="1841959" y="20810"/>
                  </a:cubicBezTo>
                  <a:cubicBezTo>
                    <a:pt x="1855283" y="34134"/>
                    <a:pt x="1862768" y="52206"/>
                    <a:pt x="1862768" y="71049"/>
                  </a:cubicBezTo>
                  <a:lnTo>
                    <a:pt x="1862768" y="1131012"/>
                  </a:lnTo>
                  <a:cubicBezTo>
                    <a:pt x="1862768" y="1149855"/>
                    <a:pt x="1855283" y="1167927"/>
                    <a:pt x="1841959" y="1181251"/>
                  </a:cubicBezTo>
                  <a:cubicBezTo>
                    <a:pt x="1828635" y="1194576"/>
                    <a:pt x="1810563" y="1202061"/>
                    <a:pt x="1791720" y="1202061"/>
                  </a:cubicBezTo>
                  <a:lnTo>
                    <a:pt x="71049" y="1202061"/>
                  </a:lnTo>
                  <a:cubicBezTo>
                    <a:pt x="52206" y="1202061"/>
                    <a:pt x="34134" y="1194576"/>
                    <a:pt x="20810" y="1181251"/>
                  </a:cubicBezTo>
                  <a:cubicBezTo>
                    <a:pt x="7485" y="1167927"/>
                    <a:pt x="0" y="1149855"/>
                    <a:pt x="0" y="1131012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4"/>
              <a:stretch>
                <a:fillRect l="-414" t="0" r="-414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7414274"/>
            <a:ext cx="54483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D0EAFF"/>
                </a:solidFill>
                <a:latin typeface="Rubik Bold"/>
                <a:ea typeface="Rubik Bold"/>
                <a:cs typeface="Rubik Bold"/>
                <a:sym typeface="Rubik Bold"/>
              </a:rPr>
              <a:t>KEY POINT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19850" y="7414274"/>
            <a:ext cx="54483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D0EAFF"/>
                </a:solidFill>
                <a:latin typeface="Rubik Bold"/>
                <a:ea typeface="Rubik Bold"/>
                <a:cs typeface="Rubik Bold"/>
                <a:sym typeface="Rubik Bold"/>
              </a:rPr>
              <a:t>KEY POINT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72950" y="7414274"/>
            <a:ext cx="54483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D0EAFF"/>
                </a:solidFill>
                <a:latin typeface="Rubik Bold"/>
                <a:ea typeface="Rubik Bold"/>
                <a:cs typeface="Rubik Bold"/>
                <a:sym typeface="Rubik Bold"/>
              </a:rPr>
              <a:t>KEY POINT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DAG4igpS3lI</dc:identifier>
  <dcterms:modified xsi:type="dcterms:W3CDTF">2011-08-01T06:04:30Z</dcterms:modified>
  <cp:revision>1</cp:revision>
  <dc:title>Non Text Magic Studio Magic Design for Presentations L&amp;P</dc:title>
</cp:coreProperties>
</file>