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Telegraf Bold" charset="1" panose="00000800000000000000"/>
      <p:regular r:id="rId10"/>
    </p:embeddedFont>
    <p:embeddedFont>
      <p:font typeface="Telegraf" charset="1" panose="000005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7191375" cy="8953500"/>
            <a:chOff x="0" y="0"/>
            <a:chExt cx="928643" cy="1156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8643" cy="1156192"/>
            </a:xfrm>
            <a:custGeom>
              <a:avLst/>
              <a:gdLst/>
              <a:ahLst/>
              <a:cxnLst/>
              <a:rect r="r" b="b" t="t" l="l"/>
              <a:pathLst>
                <a:path h="1156192" w="928643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9296400" y="1543050"/>
            <a:ext cx="8324850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spc="-89" b="true">
                <a:solidFill>
                  <a:srgbClr val="333333"/>
                </a:solidFill>
                <a:latin typeface="Telegraf Bold"/>
                <a:ea typeface="Telegraf Bold"/>
                <a:cs typeface="Telegraf Bold"/>
                <a:sym typeface="Telegraf Bold"/>
              </a:rPr>
              <a:t>Title</a:t>
            </a:r>
          </a:p>
          <a:p>
            <a:pPr algn="l" marL="0" indent="0" lvl="0">
              <a:lnSpc>
                <a:spcPts val="9900"/>
              </a:lnSpc>
            </a:pPr>
            <a:r>
              <a:rPr lang="en-US" b="true" sz="9000" spc="-89">
                <a:solidFill>
                  <a:srgbClr val="333333"/>
                </a:solidFill>
                <a:latin typeface="Telegraf Bold"/>
                <a:ea typeface="Telegraf Bold"/>
                <a:cs typeface="Telegraf Bold"/>
                <a:sym typeface="Telegraf Bold"/>
              </a:rPr>
              <a:t>Here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9163050"/>
            <a:ext cx="83248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</a:pPr>
            <a:r>
              <a:rPr lang="en-US" sz="2999" spc="-29">
                <a:solidFill>
                  <a:srgbClr val="999999"/>
                </a:solidFill>
                <a:latin typeface="Telegraf"/>
                <a:ea typeface="Telegraf"/>
                <a:cs typeface="Telegraf"/>
                <a:sym typeface="Telegraf"/>
              </a:rPr>
              <a:t>Presented by [Your Name Here]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022350"/>
            <a:ext cx="6886575" cy="10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333333"/>
                </a:solidFill>
                <a:latin typeface="Telegraf Bold"/>
                <a:ea typeface="Telegraf Bold"/>
                <a:cs typeface="Telegraf Bold"/>
                <a:sym typeface="Telegraf Bold"/>
              </a:rPr>
              <a:t>Topic Here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4248076"/>
            <a:ext cx="5399474" cy="912514"/>
            <a:chOff x="0" y="0"/>
            <a:chExt cx="7199298" cy="121668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7199298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66666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Point 2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738318"/>
              <a:ext cx="7199298" cy="4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999999"/>
                  </a:solidFill>
                  <a:latin typeface="Telegraf"/>
                  <a:ea typeface="Telegraf"/>
                  <a:cs typeface="Telegraf"/>
                  <a:sym typeface="Telegraf"/>
                </a:rPr>
                <a:t>....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858125" y="1562100"/>
            <a:ext cx="2571750" cy="1790700"/>
            <a:chOff x="0" y="0"/>
            <a:chExt cx="116731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7319" cy="812800"/>
            </a:xfrm>
            <a:custGeom>
              <a:avLst/>
              <a:gdLst/>
              <a:ahLst/>
              <a:cxnLst/>
              <a:rect r="r" b="b" t="t" l="l"/>
              <a:pathLst>
                <a:path h="812800" w="1167319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61"/>
                  </a:lnTo>
                  <a:cubicBezTo>
                    <a:pt x="1167319" y="761925"/>
                    <a:pt x="1160024" y="779536"/>
                    <a:pt x="1147040" y="792521"/>
                  </a:cubicBezTo>
                  <a:cubicBezTo>
                    <a:pt x="1134055" y="805505"/>
                    <a:pt x="1116444" y="812800"/>
                    <a:pt x="1098081" y="812800"/>
                  </a:cubicBezTo>
                  <a:lnTo>
                    <a:pt x="69239" y="812800"/>
                  </a:lnTo>
                  <a:cubicBezTo>
                    <a:pt x="50875" y="812800"/>
                    <a:pt x="33264" y="805505"/>
                    <a:pt x="20279" y="792521"/>
                  </a:cubicBezTo>
                  <a:cubicBezTo>
                    <a:pt x="7295" y="779536"/>
                    <a:pt x="0" y="761925"/>
                    <a:pt x="0" y="743561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2"/>
              <a:stretch>
                <a:fillRect l="-365" t="0" r="-36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734675" y="1562100"/>
            <a:ext cx="5448300" cy="912514"/>
            <a:chOff x="0" y="0"/>
            <a:chExt cx="7264400" cy="121668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66666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Point 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38318"/>
              <a:ext cx="7264400" cy="4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999999"/>
                  </a:solidFill>
                  <a:latin typeface="Telegraf"/>
                  <a:ea typeface="Telegraf"/>
                  <a:cs typeface="Telegraf"/>
                  <a:sym typeface="Telegraf"/>
                </a:rPr>
                <a:t>....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34675" y="6932307"/>
            <a:ext cx="5448300" cy="912495"/>
            <a:chOff x="0" y="0"/>
            <a:chExt cx="7264400" cy="121666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9050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66666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Point 3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38293"/>
              <a:ext cx="7264400" cy="4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999999"/>
                  </a:solidFill>
                  <a:latin typeface="Telegraf"/>
                  <a:ea typeface="Telegraf"/>
                  <a:cs typeface="Telegraf"/>
                  <a:sym typeface="Telegraf"/>
                </a:rPr>
                <a:t>...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58125" y="4248076"/>
            <a:ext cx="2571750" cy="1790774"/>
            <a:chOff x="0" y="0"/>
            <a:chExt cx="1167319" cy="8128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67319" cy="812834"/>
            </a:xfrm>
            <a:custGeom>
              <a:avLst/>
              <a:gdLst/>
              <a:ahLst/>
              <a:cxnLst/>
              <a:rect r="r" b="b" t="t" l="l"/>
              <a:pathLst>
                <a:path h="812834" w="1167319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3"/>
              <a:stretch>
                <a:fillRect l="-367" t="0" r="-367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858125" y="6934126"/>
            <a:ext cx="2571750" cy="1790774"/>
            <a:chOff x="0" y="0"/>
            <a:chExt cx="1167319" cy="8128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7319" cy="812834"/>
            </a:xfrm>
            <a:custGeom>
              <a:avLst/>
              <a:gdLst/>
              <a:ahLst/>
              <a:cxnLst/>
              <a:rect r="r" b="b" t="t" l="l"/>
              <a:pathLst>
                <a:path h="812834" w="1167319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4"/>
              <a:stretch>
                <a:fillRect l="-367" t="0" r="-367" b="0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970" y="647700"/>
            <a:ext cx="12925255" cy="107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000" spc="-70">
                <a:solidFill>
                  <a:srgbClr val="333333"/>
                </a:solidFill>
                <a:latin typeface="Telegraf Bold"/>
                <a:ea typeface="Telegraf Bold"/>
                <a:cs typeface="Telegraf Bold"/>
                <a:sym typeface="Telegraf Bold"/>
              </a:rPr>
              <a:t>Topic</a:t>
            </a:r>
            <a:r>
              <a:rPr lang="en-US" b="true" sz="7000" spc="-70">
                <a:solidFill>
                  <a:srgbClr val="333333"/>
                </a:solidFill>
                <a:latin typeface="Telegraf Bold"/>
                <a:ea typeface="Telegraf Bold"/>
                <a:cs typeface="Telegraf Bold"/>
                <a:sym typeface="Telegraf Bold"/>
              </a:rPr>
              <a:t> Here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85970" y="3352800"/>
            <a:ext cx="6867355" cy="1463656"/>
            <a:chOff x="0" y="0"/>
            <a:chExt cx="9156474" cy="195154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915647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66666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Point 1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03275"/>
              <a:ext cx="9156474" cy="9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999999"/>
                  </a:solidFill>
                  <a:latin typeface="Telegraf"/>
                  <a:ea typeface="Telegraf"/>
                  <a:cs typeface="Telegraf"/>
                  <a:sym typeface="Telegraf"/>
                </a:rPr>
                <a:t>....</a:t>
              </a:r>
            </a:p>
            <a:p>
              <a:pPr algn="l" marL="0" indent="0" lvl="0">
                <a:lnSpc>
                  <a:spcPts val="2800"/>
                </a:lnSpc>
              </a:pPr>
              <a:r>
                <a:rPr lang="en-US" sz="2000">
                  <a:solidFill>
                    <a:srgbClr val="999999"/>
                  </a:solidFill>
                  <a:latin typeface="Telegraf"/>
                  <a:ea typeface="Telegraf"/>
                  <a:cs typeface="Telegraf"/>
                  <a:sym typeface="Telegraf"/>
                </a:rPr>
                <a:t>....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3352800"/>
            <a:ext cx="6886575" cy="1463656"/>
            <a:chOff x="0" y="0"/>
            <a:chExt cx="9182100" cy="195154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91821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66666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Point 2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03275"/>
              <a:ext cx="9182100" cy="94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999999"/>
                  </a:solidFill>
                  <a:latin typeface="Telegraf"/>
                  <a:ea typeface="Telegraf"/>
                  <a:cs typeface="Telegraf"/>
                  <a:sym typeface="Telegraf"/>
                </a:rPr>
                <a:t>...</a:t>
              </a:r>
            </a:p>
            <a:p>
              <a:pPr algn="l" marL="0" indent="0" lvl="0">
                <a:lnSpc>
                  <a:spcPts val="2800"/>
                </a:lnSpc>
              </a:pPr>
              <a:r>
                <a:rPr lang="en-US" sz="2000">
                  <a:solidFill>
                    <a:srgbClr val="999999"/>
                  </a:solidFill>
                  <a:latin typeface="Telegraf"/>
                  <a:ea typeface="Telegraf"/>
                  <a:cs typeface="Telegraf"/>
                  <a:sym typeface="Telegraf"/>
                </a:rPr>
                <a:t>....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28180" y="4155404"/>
            <a:ext cx="9031640" cy="1966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0"/>
              </a:lnSpc>
            </a:pPr>
            <a:r>
              <a:rPr lang="en-US" b="true" sz="12919" spc="-129">
                <a:solidFill>
                  <a:srgbClr val="333333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DAG4igpS3lI</dc:identifier>
  <dcterms:modified xsi:type="dcterms:W3CDTF">2011-08-01T06:04:30Z</dcterms:modified>
  <cp:revision>1</cp:revision>
  <dc:title>Non Text Magic Studio Magic Design for Presentations L&amp;P</dc:title>
</cp:coreProperties>
</file>