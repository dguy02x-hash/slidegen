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Telegraf Bold" charset="1" panose="00000800000000000000"/>
      <p:regular r:id="rId10"/>
    </p:embeddedFont>
    <p:embeddedFont>
      <p:font typeface="Telegraf" charset="1" panose="000005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7C6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7191375" cy="8953500"/>
            <a:chOff x="0" y="0"/>
            <a:chExt cx="928643" cy="1156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8643" cy="1156192"/>
            </a:xfrm>
            <a:custGeom>
              <a:avLst/>
              <a:gdLst/>
              <a:ahLst/>
              <a:cxnLst/>
              <a:rect r="r" b="b" t="t" l="l"/>
              <a:pathLst>
                <a:path h="1156192" w="928643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9296400" y="1543050"/>
            <a:ext cx="8324850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spc="-89" b="true">
                <a:solidFill>
                  <a:srgbClr val="F7C6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Title</a:t>
            </a:r>
          </a:p>
          <a:p>
            <a:pPr algn="l" marL="0" indent="0" lvl="0">
              <a:lnSpc>
                <a:spcPts val="9900"/>
              </a:lnSpc>
            </a:pPr>
            <a:r>
              <a:rPr lang="en-US" b="true" sz="9000" spc="-89">
                <a:solidFill>
                  <a:srgbClr val="F7C600"/>
                </a:solidFill>
                <a:latin typeface="Telegraf Bold"/>
                <a:ea typeface="Telegraf Bold"/>
                <a:cs typeface="Telegraf Bold"/>
                <a:sym typeface="Telegraf Bold"/>
              </a:rPr>
              <a:t>Here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400" y="9163050"/>
            <a:ext cx="83248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</a:pPr>
            <a:r>
              <a:rPr lang="en-US" sz="2999" spc="-29">
                <a:solidFill>
                  <a:srgbClr val="F7C600"/>
                </a:solidFill>
                <a:latin typeface="Telegraf"/>
                <a:ea typeface="Telegraf"/>
                <a:cs typeface="Telegraf"/>
                <a:sym typeface="Telegraf"/>
              </a:rPr>
              <a:t>Presented by [name here]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5448300" cy="4718013"/>
            <a:chOff x="0" y="0"/>
            <a:chExt cx="7264400" cy="629068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426834"/>
              <a:ext cx="7264400" cy="286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300"/>
                </a:lnSpc>
                <a:buFont typeface="Arial"/>
                <a:buChar char="•"/>
              </a:pPr>
              <a:r>
                <a:rPr lang="en-US" b="true" sz="3000" spc="-30">
                  <a:solidFill>
                    <a:srgbClr val="F7C6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Point 1</a:t>
              </a:r>
            </a:p>
            <a:p>
              <a:pPr algn="l">
                <a:lnSpc>
                  <a:spcPts val="3300"/>
                </a:lnSpc>
              </a:pPr>
            </a:p>
            <a:p>
              <a:pPr algn="l" marL="647700" indent="-323850" lvl="1">
                <a:lnSpc>
                  <a:spcPts val="3300"/>
                </a:lnSpc>
                <a:buFont typeface="Arial"/>
                <a:buChar char="•"/>
              </a:pPr>
              <a:r>
                <a:rPr lang="en-US" b="true" sz="3000" spc="-30">
                  <a:solidFill>
                    <a:srgbClr val="F7C6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Point 2</a:t>
              </a:r>
            </a:p>
            <a:p>
              <a:pPr algn="l">
                <a:lnSpc>
                  <a:spcPts val="3300"/>
                </a:lnSpc>
              </a:pPr>
            </a:p>
            <a:p>
              <a:pPr algn="l" marL="647700" indent="-323850" lvl="1">
                <a:lnSpc>
                  <a:spcPts val="3300"/>
                </a:lnSpc>
                <a:buFont typeface="Arial"/>
                <a:buChar char="•"/>
              </a:pPr>
              <a:r>
                <a:rPr lang="en-US" b="true" sz="3000" spc="-30">
                  <a:solidFill>
                    <a:srgbClr val="F7C6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Point 3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7264400" cy="2718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699"/>
                </a:lnSpc>
              </a:pPr>
              <a:r>
                <a:rPr lang="en-US" sz="6999" spc="-69" b="true">
                  <a:solidFill>
                    <a:srgbClr val="F7C6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Topic</a:t>
              </a:r>
            </a:p>
            <a:p>
              <a:pPr algn="l" marL="0" indent="0" lvl="0">
                <a:lnSpc>
                  <a:spcPts val="7699"/>
                </a:lnSpc>
              </a:pPr>
              <a:r>
                <a:rPr lang="en-US" b="true" sz="6999" spc="-69">
                  <a:solidFill>
                    <a:srgbClr val="F7C6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Here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666750"/>
            <a:ext cx="5448300" cy="8058150"/>
            <a:chOff x="0" y="0"/>
            <a:chExt cx="643859" cy="9522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3859" cy="952281"/>
            </a:xfrm>
            <a:custGeom>
              <a:avLst/>
              <a:gdLst/>
              <a:ahLst/>
              <a:cxnLst/>
              <a:rect r="r" b="b" t="t" l="l"/>
              <a:pathLst>
                <a:path h="952281" w="643859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76" r="0" b="-17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049500" y="0"/>
            <a:ext cx="3238500" cy="10287000"/>
            <a:chOff x="0" y="0"/>
            <a:chExt cx="852938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666750"/>
            <a:ext cx="5448300" cy="8058150"/>
            <a:chOff x="0" y="0"/>
            <a:chExt cx="643859" cy="9522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3859" cy="952281"/>
            </a:xfrm>
            <a:custGeom>
              <a:avLst/>
              <a:gdLst/>
              <a:ahLst/>
              <a:cxnLst/>
              <a:rect r="r" b="b" t="t" l="l"/>
              <a:pathLst>
                <a:path h="952281" w="643859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76" r="0" b="-176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7C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F7C600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77649" y="600075"/>
            <a:ext cx="10332703" cy="266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62"/>
              </a:lnSpc>
            </a:pPr>
            <a:r>
              <a:rPr lang="en-US" b="true" sz="14687" spc="-146">
                <a:solidFill>
                  <a:srgbClr val="F7C6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Topic Here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95089" y="4276725"/>
            <a:ext cx="2365119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-30" b="true">
                <a:solidFill>
                  <a:srgbClr val="F7C600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</a:t>
            </a:r>
            <a:r>
              <a:rPr lang="en-US" sz="3000" spc="-30" b="true">
                <a:solidFill>
                  <a:srgbClr val="F7C6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Point 1</a:t>
            </a:r>
          </a:p>
          <a:p>
            <a:pPr algn="ctr">
              <a:lnSpc>
                <a:spcPts val="4200"/>
              </a:lnSpc>
            </a:pPr>
            <a:r>
              <a:rPr lang="en-US" b="true" sz="3000" spc="-30">
                <a:solidFill>
                  <a:srgbClr val="F7C600"/>
                </a:solidFill>
                <a:latin typeface="Telegraf Bold"/>
                <a:ea typeface="Telegraf Bold"/>
                <a:cs typeface="Telegraf Bold"/>
                <a:sym typeface="Telegraf Bold"/>
              </a:rPr>
              <a:t>...</a:t>
            </a:r>
          </a:p>
          <a:p>
            <a:pPr algn="ctr" marL="0" indent="0" lvl="0">
              <a:lnSpc>
                <a:spcPts val="4200"/>
              </a:lnSpc>
            </a:pPr>
            <a:r>
              <a:rPr lang="en-US" b="true" sz="3000" spc="-30">
                <a:solidFill>
                  <a:srgbClr val="F7C600"/>
                </a:solidFill>
                <a:latin typeface="Telegraf Bold"/>
                <a:ea typeface="Telegraf Bold"/>
                <a:cs typeface="Telegraf Bold"/>
                <a:sym typeface="Telegraf Bold"/>
              </a:rPr>
              <a:t>....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61440" y="4276725"/>
            <a:ext cx="2365119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-30" b="true">
                <a:solidFill>
                  <a:srgbClr val="F7C600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</a:t>
            </a:r>
            <a:r>
              <a:rPr lang="en-US" sz="3000" spc="-30" b="true">
                <a:solidFill>
                  <a:srgbClr val="F7C6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Point 2</a:t>
            </a:r>
          </a:p>
          <a:p>
            <a:pPr algn="ctr">
              <a:lnSpc>
                <a:spcPts val="4200"/>
              </a:lnSpc>
            </a:pPr>
            <a:r>
              <a:rPr lang="en-US" b="true" sz="3000" spc="-30">
                <a:solidFill>
                  <a:srgbClr val="F7C600"/>
                </a:solidFill>
                <a:latin typeface="Telegraf Bold"/>
                <a:ea typeface="Telegraf Bold"/>
                <a:cs typeface="Telegraf Bold"/>
                <a:sym typeface="Telegraf Bold"/>
              </a:rPr>
              <a:t>...</a:t>
            </a:r>
          </a:p>
          <a:p>
            <a:pPr algn="ctr" marL="0" indent="0" lvl="0">
              <a:lnSpc>
                <a:spcPts val="4200"/>
              </a:lnSpc>
            </a:pPr>
            <a:r>
              <a:rPr lang="en-US" b="true" sz="3000" spc="-30">
                <a:solidFill>
                  <a:srgbClr val="F7C600"/>
                </a:solidFill>
                <a:latin typeface="Telegraf Bold"/>
                <a:ea typeface="Telegraf Bold"/>
                <a:cs typeface="Telegraf Bold"/>
                <a:sym typeface="Telegraf Bold"/>
              </a:rPr>
              <a:t>....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09883" y="4276725"/>
            <a:ext cx="2365119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-30" b="true">
                <a:solidFill>
                  <a:srgbClr val="F7C600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</a:t>
            </a:r>
            <a:r>
              <a:rPr lang="en-US" sz="3000" spc="-30" b="true">
                <a:solidFill>
                  <a:srgbClr val="F7C6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Point 3</a:t>
            </a:r>
          </a:p>
          <a:p>
            <a:pPr algn="ctr">
              <a:lnSpc>
                <a:spcPts val="4200"/>
              </a:lnSpc>
            </a:pPr>
            <a:r>
              <a:rPr lang="en-US" b="true" sz="3000" spc="-30">
                <a:solidFill>
                  <a:srgbClr val="F7C600"/>
                </a:solidFill>
                <a:latin typeface="Telegraf Bold"/>
                <a:ea typeface="Telegraf Bold"/>
                <a:cs typeface="Telegraf Bold"/>
                <a:sym typeface="Telegraf Bold"/>
              </a:rPr>
              <a:t>...</a:t>
            </a:r>
          </a:p>
          <a:p>
            <a:pPr algn="ctr" marL="0" indent="0" lvl="0">
              <a:lnSpc>
                <a:spcPts val="4200"/>
              </a:lnSpc>
            </a:pPr>
            <a:r>
              <a:rPr lang="en-US" b="true" sz="3000" spc="-30">
                <a:solidFill>
                  <a:srgbClr val="F7C600"/>
                </a:solidFill>
                <a:latin typeface="Telegraf Bold"/>
                <a:ea typeface="Telegraf Bold"/>
                <a:cs typeface="Telegraf Bold"/>
                <a:sym typeface="Telegraf Bold"/>
              </a:rPr>
              <a:t>....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50961" y="3708681"/>
            <a:ext cx="8786078" cy="247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86"/>
              </a:lnSpc>
              <a:spcBef>
                <a:spcPct val="0"/>
              </a:spcBef>
            </a:pPr>
            <a:r>
              <a:rPr lang="en-US" b="true" sz="13704" spc="-137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DAG4igpS3lI</dc:identifier>
  <dcterms:modified xsi:type="dcterms:W3CDTF">2011-08-01T06:04:30Z</dcterms:modified>
  <cp:revision>1</cp:revision>
  <dc:title>Non Text Magic Studio Magic Design for Presentations L&amp;P</dc:title>
</cp:coreProperties>
</file>