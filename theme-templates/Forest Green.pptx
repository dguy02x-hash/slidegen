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Georgia Pro Condensed Light" charset="1" panose="02040306050405020303"/>
      <p:regular r:id="rId10"/>
    </p:embeddedFont>
    <p:embeddedFont>
      <p:font typeface="TT Interphases" charset="1" panose="0200050302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1562100"/>
            <a:ext cx="8629650" cy="8724900"/>
            <a:chOff x="0" y="0"/>
            <a:chExt cx="2482140" cy="2509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2140" cy="2509537"/>
            </a:xfrm>
            <a:custGeom>
              <a:avLst/>
              <a:gdLst/>
              <a:ahLst/>
              <a:cxnLst/>
              <a:rect r="r" b="b" t="t" l="l"/>
              <a:pathLst>
                <a:path h="2509537" w="2482140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l="0" t="-80" r="0" b="-8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1925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D0F0C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Title</a:t>
            </a:r>
          </a:p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D0F0C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Here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237345"/>
            <a:ext cx="5448300" cy="36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A8D5A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by: [Your Name]</a:t>
            </a:r>
          </a:p>
        </p:txBody>
      </p:sp>
      <p:sp>
        <p:nvSpPr>
          <p:cNvPr name="AutoShape 6" id="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cap="flat" w="9525">
            <a:solidFill>
              <a:srgbClr val="A8D5A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D0F0C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Topic Here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A8D5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3325935"/>
            <a:ext cx="11270932" cy="423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3436">
                <a:solidFill>
                  <a:srgbClr val="A8D5A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Point 1</a:t>
            </a:r>
          </a:p>
          <a:p>
            <a:pPr algn="l">
              <a:lnSpc>
                <a:spcPts val="4811"/>
              </a:lnSpc>
            </a:pPr>
          </a:p>
          <a:p>
            <a:pPr algn="l">
              <a:lnSpc>
                <a:spcPts val="4811"/>
              </a:lnSpc>
            </a:pPr>
          </a:p>
          <a:p>
            <a:pPr algn="l">
              <a:lnSpc>
                <a:spcPts val="4811"/>
              </a:lnSpc>
            </a:pPr>
            <a:r>
              <a:rPr lang="en-US" sz="3436">
                <a:solidFill>
                  <a:srgbClr val="A8D5A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Point 2</a:t>
            </a:r>
          </a:p>
          <a:p>
            <a:pPr algn="l">
              <a:lnSpc>
                <a:spcPts val="4811"/>
              </a:lnSpc>
            </a:pPr>
          </a:p>
          <a:p>
            <a:pPr algn="l">
              <a:lnSpc>
                <a:spcPts val="4811"/>
              </a:lnSpc>
            </a:pPr>
          </a:p>
          <a:p>
            <a:pPr algn="l" marL="0" indent="0" lvl="0">
              <a:lnSpc>
                <a:spcPts val="4811"/>
              </a:lnSpc>
            </a:pPr>
            <a:r>
              <a:rPr lang="en-US" sz="3436">
                <a:solidFill>
                  <a:srgbClr val="A8D5A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Point 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435740" cy="6934200"/>
            <a:chOff x="0" y="0"/>
            <a:chExt cx="981395" cy="1534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395" cy="1534173"/>
            </a:xfrm>
            <a:custGeom>
              <a:avLst/>
              <a:gdLst/>
              <a:ahLst/>
              <a:cxnLst/>
              <a:rect r="r" b="b" t="t" l="l"/>
              <a:pathLst>
                <a:path h="1534173" w="981395">
                  <a:moveTo>
                    <a:pt x="0" y="0"/>
                  </a:moveTo>
                  <a:lnTo>
                    <a:pt x="981395" y="0"/>
                  </a:lnTo>
                  <a:lnTo>
                    <a:pt x="981395" y="1534173"/>
                  </a:lnTo>
                  <a:lnTo>
                    <a:pt x="0" y="1534173"/>
                  </a:lnTo>
                  <a:close/>
                </a:path>
              </a:pathLst>
            </a:custGeom>
            <a:blipFill>
              <a:blip r:embed="rId2"/>
              <a:stretch>
                <a:fillRect l="0" t="-5504" r="0" b="-55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13570" y="3352800"/>
            <a:ext cx="5448300" cy="6934200"/>
            <a:chOff x="0" y="0"/>
            <a:chExt cx="1205421" cy="1534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5421" cy="1534173"/>
            </a:xfrm>
            <a:custGeom>
              <a:avLst/>
              <a:gdLst/>
              <a:ahLst/>
              <a:cxnLst/>
              <a:rect r="r" b="b" t="t" l="l"/>
              <a:pathLst>
                <a:path h="1534173" w="1205421">
                  <a:moveTo>
                    <a:pt x="0" y="0"/>
                  </a:moveTo>
                  <a:lnTo>
                    <a:pt x="1205421" y="0"/>
                  </a:lnTo>
                  <a:lnTo>
                    <a:pt x="1205421" y="1534173"/>
                  </a:lnTo>
                  <a:lnTo>
                    <a:pt x="0" y="1534173"/>
                  </a:lnTo>
                  <a:close/>
                </a:path>
              </a:pathLst>
            </a:custGeom>
            <a:blipFill>
              <a:blip r:embed="rId3"/>
              <a:stretch>
                <a:fillRect l="0" t="-205" r="0" b="-20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81067" y="2422824"/>
            <a:ext cx="2007105" cy="1171257"/>
            <a:chOff x="0" y="0"/>
            <a:chExt cx="2676140" cy="15616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267614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A8D5A2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Key Point 1 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89872"/>
              <a:ext cx="267614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03592"/>
            <a:ext cx="97631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D0F0C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Topic Here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172950" y="3352800"/>
            <a:ext cx="6173266" cy="6934200"/>
            <a:chOff x="0" y="0"/>
            <a:chExt cx="1024364" cy="11506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364" cy="1150629"/>
            </a:xfrm>
            <a:custGeom>
              <a:avLst/>
              <a:gdLst/>
              <a:ahLst/>
              <a:cxnLst/>
              <a:rect r="r" b="b" t="t" l="l"/>
              <a:pathLst>
                <a:path h="1150629" w="1024364">
                  <a:moveTo>
                    <a:pt x="0" y="0"/>
                  </a:moveTo>
                  <a:lnTo>
                    <a:pt x="1024364" y="0"/>
                  </a:lnTo>
                  <a:lnTo>
                    <a:pt x="1024364" y="1150629"/>
                  </a:lnTo>
                  <a:lnTo>
                    <a:pt x="0" y="1150629"/>
                  </a:lnTo>
                  <a:close/>
                </a:path>
              </a:pathLst>
            </a:custGeom>
            <a:blipFill>
              <a:blip r:embed="rId4"/>
              <a:stretch>
                <a:fillRect l="0" t="-297" r="0" b="-29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34167" y="2422824"/>
            <a:ext cx="2007105" cy="1171257"/>
            <a:chOff x="0" y="0"/>
            <a:chExt cx="2676140" cy="156167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267614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A8D5A2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Key Point 2 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89872"/>
              <a:ext cx="267614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56031" y="2422824"/>
            <a:ext cx="2007105" cy="1171257"/>
            <a:chOff x="0" y="0"/>
            <a:chExt cx="2676140" cy="156167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267614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A8D5A2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Key Point 3 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89872"/>
              <a:ext cx="267614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A5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5584" y="4342824"/>
            <a:ext cx="25224831" cy="160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93"/>
              </a:lnSpc>
            </a:pPr>
            <a:r>
              <a:rPr lang="en-US" sz="10578">
                <a:solidFill>
                  <a:srgbClr val="D0F0C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